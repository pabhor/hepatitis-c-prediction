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Play"/>
      <p:regular r:id="rId14"/>
      <p:bold r:id="rId15"/>
    </p:embeddedFon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DvBhav6MI3cpSikLZ1sDCclYv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7.xml"/><Relationship Id="rId22" Type="http://schemas.openxmlformats.org/officeDocument/2006/relationships/font" Target="fonts/Roboto-italic.fntdata"/><Relationship Id="rId10" Type="http://schemas.openxmlformats.org/officeDocument/2006/relationships/slide" Target="slides/slide6.xml"/><Relationship Id="rId21" Type="http://schemas.openxmlformats.org/officeDocument/2006/relationships/font" Target="fonts/Robot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" Target="slides/slide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ay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ay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2880"/>
              <a:buNone/>
              <a:defRPr sz="288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2160"/>
              <a:buNone/>
              <a:defRPr sz="216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920"/>
              <a:buNone/>
              <a:defRPr sz="192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Play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" type="body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840"/>
              <a:buChar char="•"/>
              <a:defRPr sz="3840"/>
            </a:lvl1pPr>
            <a:lvl2pPr indent="-44196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66" name="Google Shape;66;p27"/>
          <p:cNvSpPr txBox="1"/>
          <p:nvPr>
            <p:ph idx="2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8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Play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/>
          <p:nvPr>
            <p:ph idx="2" type="pic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8"/>
          <p:cNvSpPr txBox="1"/>
          <p:nvPr>
            <p:ph idx="1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" name="Google Shape;74;p28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" type="body"/>
          </p:nvPr>
        </p:nvSpPr>
        <p:spPr>
          <a:xfrm rot="5400000">
            <a:off x="4704397" y="-1507807"/>
            <a:ext cx="5221606" cy="1261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 rot="5400000">
            <a:off x="8560117" y="2347913"/>
            <a:ext cx="697420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 rot="5400000">
            <a:off x="2159317" y="-715327"/>
            <a:ext cx="6974206" cy="92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80"/>
              <a:buFont typeface="Play"/>
              <a:buNone/>
              <a:defRPr b="0" i="0" sz="528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b="0" i="0" sz="335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5759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5759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Hepatitis C Prediction</a:t>
            </a:r>
            <a:endParaRPr b="0" i="0" sz="4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1" i="0" lang="en-US" sz="1950" u="sng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Hepatitis C prediction. Hepatitis C is a liver infection caused by the hepatitis C virus (HCV). It's crucial to detect early and prevent life-threatening complications.</a:t>
            </a:r>
            <a:endParaRPr b="1" i="0" sz="1950" u="sng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793790" y="1483757"/>
            <a:ext cx="728055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Understanding the Problem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93790" y="27595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Hepatitis C (HCV)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93790" y="3340656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liver infection spread through contact with infected blood.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93790" y="4270534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Often asymptomatic until advanced stages.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32928" y="27595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CDC Statistics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332928" y="3340656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Chronic HCV leads to cirrhosis and liver cancer.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332928" y="4270534"/>
            <a:ext cx="39781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 vaccine exists; prevention is key.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2067" y="2787848"/>
            <a:ext cx="3978116" cy="272176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793790" y="601991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Early testing and treatment can cure most people within a few months. This project focuses on predicting Hepatitis C using machine learning.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793790" y="132802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Attributes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41661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1587579" y="23769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Age &amp; Sex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7036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1587579" y="36640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Blood Markers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99074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1587579" y="49510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Target Feature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93790" y="5812869"/>
            <a:ext cx="93852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analysis uses patient demographics and blood test results. We predict the target feature, which indicates the stage of liver disease. 0=Blood Donor, 0s=suspect Blood Donor, 1=Hepatitis, 2=Fibrosis, 3=Cirrhosis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4451390" y="1696522"/>
            <a:ext cx="59686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Important Terminology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451390" y="300061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460" y="30431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5188506" y="3000613"/>
            <a:ext cx="3842147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Liver Enzymes (ALT, AST, ALP, GGT)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188506" y="3845362"/>
            <a:ext cx="38421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Elevated levels indicate liver damage.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9257467" y="300061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994583" y="3000613"/>
            <a:ext cx="30453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Albumin &amp; Total Protein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994583" y="3491032"/>
            <a:ext cx="38421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Lower levels may indicate liver disease.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451390" y="469880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0" name="Google Shape;1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6460" y="474130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5188506" y="46988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Bilirubin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188506" y="5189220"/>
            <a:ext cx="86481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Elevated levels (jaundice) suggest liver issues.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451390" y="5807273"/>
            <a:ext cx="93852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Understanding these markers is crucial for accurate Hepatitis C prediction. These enzymes can show damage even when the patient feels fine.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793790" y="1058466"/>
            <a:ext cx="80658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Balancing with SMOTE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107406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2268022" y="23342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Original Data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268022" y="2824639"/>
            <a:ext cx="79109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Imbalanced classes can bias models.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468291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2268022" y="369510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SMOTE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268022" y="4185523"/>
            <a:ext cx="79109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Synthetic Minority Oversampling Technique.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829175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2268022" y="50559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Balanced Data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2268022" y="5546408"/>
            <a:ext cx="79109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Improved model performance.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93790" y="6445210"/>
            <a:ext cx="93852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SMOTE helps address class imbalance, ensuring fairer and more accurate predictions. Class imbalance is a common problem in medical datasets.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793790" y="969288"/>
            <a:ext cx="76898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Preprocessing &amp; Scaling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93790" y="2131695"/>
            <a:ext cx="2173724" cy="1306949"/>
          </a:xfrm>
          <a:prstGeom prst="roundRect">
            <a:avLst>
              <a:gd fmla="val 728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167" y="2585799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3194328" y="2358509"/>
            <a:ext cx="251733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Cleaning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194328" y="2848928"/>
            <a:ext cx="25173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Handling missing values.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080861" y="3423404"/>
            <a:ext cx="10642402" cy="15240"/>
          </a:xfrm>
          <a:prstGeom prst="roundRect">
            <a:avLst>
              <a:gd fmla="val 625116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93790" y="3551992"/>
            <a:ext cx="4347567" cy="1306949"/>
          </a:xfrm>
          <a:prstGeom prst="roundRect">
            <a:avLst>
              <a:gd fmla="val 728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8089" y="4006096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5368171" y="37788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Transformation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368171" y="4269224"/>
            <a:ext cx="283761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Converting categorical data.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254704" y="4843701"/>
            <a:ext cx="8468558" cy="15240"/>
          </a:xfrm>
          <a:prstGeom prst="roundRect">
            <a:avLst>
              <a:gd fmla="val 625116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93790" y="4972288"/>
            <a:ext cx="6521410" cy="1306949"/>
          </a:xfrm>
          <a:prstGeom prst="roundRect">
            <a:avLst>
              <a:gd fmla="val 728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5011" y="5426393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7542014" y="51991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Scaling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542014" y="5689521"/>
            <a:ext cx="322147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Normalizing numerical features.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93790" y="6534388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Preprocessing ensures data quality and compatibility for machine learning models. Properly scaled and cleaned data can yield greater accuracy.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793790" y="942023"/>
            <a:ext cx="622601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Hyperparameter Tuning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743789" y="39602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Grid Search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93790" y="4450675"/>
            <a:ext cx="3785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Systematic search.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1411" y="3900011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9937790" y="27339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Cross-Validation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9937790" y="3224332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Robust evaluation.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" name="Google Shape;19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0307" y="2948940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9937790" y="51864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Best Parameters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937790" y="5676900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Optimal model configuration.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8" name="Google Shape;19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2653" y="210443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9" name="Google Shape;19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94533" y="5675114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Tuning improves model performance on validation and test sets. Optimal model configuration can yield up to 97% accuracy.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793790" y="385631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Takeaways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93790" y="4905256"/>
            <a:ext cx="4196358" cy="1322189"/>
          </a:xfrm>
          <a:prstGeom prst="roundRect">
            <a:avLst>
              <a:gd fmla="val 720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28224" y="51396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Hepatitis C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28224" y="5630108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Early prediction is crucial.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216962" y="4905256"/>
            <a:ext cx="4196358" cy="1322189"/>
          </a:xfrm>
          <a:prstGeom prst="roundRect">
            <a:avLst>
              <a:gd fmla="val 720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51396" y="51396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Machine Learning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51396" y="5630108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Effective prediction tool.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9640133" y="4905256"/>
            <a:ext cx="4196358" cy="1322189"/>
          </a:xfrm>
          <a:prstGeom prst="roundRect">
            <a:avLst>
              <a:gd fmla="val 7205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9874568" y="51396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Future Work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9874568" y="5630108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Further model refinement.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93790" y="6482596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project demonstrates the potential of machine learning in healthcare. It enables timely interventions and improved patient outcomes.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793790" y="2358509"/>
            <a:ext cx="735032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Limitations and Future Work</a:t>
            </a:r>
            <a:endParaRPr sz="4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 Limitations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dataset, while informative, has limitations. A larger, more diverse dataset would improve model generalization.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Feature Expansion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Additional blood markers or patient history could improve accuracy. Socioeconomic factors could also be considered.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Model Refinement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Exploring other machine learning models, like neural networks, is an exciting avenue for development.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2025-04-19T03:37:31Z</dcterms:created>
  <dc:creator>PptxGenJS</dc:creator>
</cp:coreProperties>
</file>